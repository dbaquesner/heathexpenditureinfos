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fr-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998382-A11A-1F0F-4547-7EDAD39A9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59953CD-524E-642E-2E44-64A10C3E4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0DB8D4-174F-BE4C-8E38-E3245018B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B360F1-AF98-C3CE-0D16-1717FB4CE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76C3E0-E028-B19C-36F3-59943AF6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1872990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A8E789-C7D4-E2EB-B467-A06376075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4A9755-3E51-69BC-F0E8-A9283C08A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D11ED2-CFC7-A57C-79EA-7619511B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E62C2E-8621-364F-5B64-3E0D3CE4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08E9BD-8BD8-8295-3ED8-39341972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318081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AF47FD-2E5A-70F7-9B99-1A68ED7F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E38773-5ABA-4F02-0CAA-641F4BDCC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B8C918-4804-D38C-5C3C-87BDFD3C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B9F3FF-85BA-A091-DF1D-A124074C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5CA696-DD2D-96D0-10E5-EF0BDD1C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2680611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49415F-A920-3E79-256A-DC8408DDF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089873-4BFD-8EFA-F32A-9D68F19F1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D2B585-8600-DB9F-362E-7E6DFC27C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2FE4D4-D8F0-F5E7-0FE4-F3EA77C1B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0D5A87-D7BF-D12A-9643-31FDAED1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B8E2D6-2846-65CC-EE15-D553F715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4044387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83033A-9F6A-0566-9473-F988FBFBA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F8DE7E-9D77-7847-0651-B0E40CC9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E5CC55-67E8-D744-7482-73C885882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019EBD-C195-FE75-4DAE-887CA8A271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9C1DDF5-F255-6441-CC6E-17FCFC5F4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CDB72A4-1F6C-EA32-6903-BB6ECD43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AAAB70-C86D-3E34-5A1F-63D385661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87ECFEB-C0D9-B897-A8C6-90B191A9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127405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A2BBB9-011E-5259-E80A-0F4ADCAA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4F8D1A9-FD05-6426-FF20-6069DF09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54B7034-703B-5073-3CEE-4C4D27EE9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A4F672A-616A-7FBA-45CC-C3DF2ED8F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229455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1A00CB8-E86D-F752-4A3B-2F5A037EB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AD63847-ADFA-4747-967C-504911AEE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B0FF65-5955-0B33-4B5F-4A2632E50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3693639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838A9E-9B0C-C250-463E-5EC1BD3ED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DF0C7E-5E73-7309-D511-C4C7F3FE4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724E9F-0D2E-0355-2A88-C76F61549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9F9B44-E61F-4EF4-5331-CB3B6F5BF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1E0A34F-A143-4232-E474-81AB49736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DA5170-149D-8473-A2FC-2CC06A4E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2499053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C77EEB-7926-6D04-32C4-7EFFCA65E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3263C49-21FF-C0F1-F1E0-0591E73CCE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N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5C25203-F4A3-C8E0-5E81-B5EA18503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36C3CD-9936-5877-F735-958E5751B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45B153F-711C-8921-F3B3-7B003E7B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2517B7-AC44-A87B-D7C4-8159C89DE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100207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C86146-2C40-1C65-929D-CCE28D3D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581AF0-AE43-0442-8D26-2BE22B85A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2C21A9-E928-6B2F-4DBC-501C47294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417BB8-AA93-EC0C-4547-9AEE923E7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84CEEA-8F91-B1B7-DC18-E1A41555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121888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0CB2490-55AC-8119-3040-A2B00F21D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064C5D-6DE0-B91D-DEE4-536B86AA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954C0F-B646-AFEE-CE35-BA1C3E304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723C80-04EF-1493-00FF-ADD592268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1821D2-1311-FAFF-19BE-AC610903A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120821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0DA9E11-CF3A-08C3-990C-A03087A93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7E866F-8BA0-356E-8D1D-C72ED91CA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6E61B8-C936-75CE-440C-EAF3E4E67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BCA53B-9F95-E0C9-2A7C-7B49E4ECA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051E59-757A-D752-7B78-B0E8AF998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2809810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04A950-9166-059F-4180-27BB43D7B0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Consolidating Expenditure health Information </a:t>
            </a:r>
            <a:endParaRPr lang="fr-NE" b="1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24D62BF-7A28-AB3F-B278-4534978F2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2872" y="4324414"/>
            <a:ext cx="9144000" cy="1655762"/>
          </a:xfrm>
        </p:spPr>
        <p:txBody>
          <a:bodyPr/>
          <a:lstStyle/>
          <a:p>
            <a:endParaRPr lang="fr-FR" dirty="0"/>
          </a:p>
          <a:p>
            <a:r>
              <a:rPr lang="fr-FR" dirty="0" err="1"/>
              <a:t>Presented</a:t>
            </a:r>
            <a:r>
              <a:rPr lang="fr-FR" dirty="0"/>
              <a:t> by Narcisse QUENUM</a:t>
            </a:r>
            <a:endParaRPr lang="fr-NE" dirty="0"/>
          </a:p>
        </p:txBody>
      </p:sp>
    </p:spTree>
    <p:extLst>
      <p:ext uri="{BB962C8B-B14F-4D97-AF65-F5344CB8AC3E}">
        <p14:creationId xmlns:p14="http://schemas.microsoft.com/office/powerpoint/2010/main" val="4230760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BC9781-92B5-4B55-C8FB-692062F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2699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/>
              <a:t>SI Architecture</a:t>
            </a:r>
            <a:endParaRPr lang="fr-NE" b="1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31AAA841-0FAF-2D38-1DA9-2F88A6D59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24" y="3945939"/>
            <a:ext cx="575088" cy="610154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1254DAD5-D685-7554-E8EB-367AABEC0563}"/>
              </a:ext>
            </a:extLst>
          </p:cNvPr>
          <p:cNvSpPr/>
          <p:nvPr/>
        </p:nvSpPr>
        <p:spPr>
          <a:xfrm>
            <a:off x="4178808" y="1435608"/>
            <a:ext cx="2267712" cy="154533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Load</a:t>
            </a:r>
            <a:r>
              <a:rPr lang="fr-FR" dirty="0"/>
              <a:t> data </a:t>
            </a:r>
            <a:r>
              <a:rPr lang="fr-FR" dirty="0" err="1"/>
              <a:t>from</a:t>
            </a:r>
            <a:r>
              <a:rPr lang="fr-FR" dirty="0"/>
              <a:t> flat files</a:t>
            </a:r>
            <a:endParaRPr lang="fr-NE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D3068F3-F3A2-1ABF-230B-BF45F7A5345B}"/>
              </a:ext>
            </a:extLst>
          </p:cNvPr>
          <p:cNvCxnSpPr>
            <a:stCxn id="7" idx="3"/>
          </p:cNvCxnSpPr>
          <p:nvPr/>
        </p:nvCxnSpPr>
        <p:spPr>
          <a:xfrm flipV="1">
            <a:off x="1581912" y="2642616"/>
            <a:ext cx="2596896" cy="1608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0AEDEFEB-1C6A-9CE2-B3B0-332F4DE9A57E}"/>
              </a:ext>
            </a:extLst>
          </p:cNvPr>
          <p:cNvSpPr/>
          <p:nvPr/>
        </p:nvSpPr>
        <p:spPr>
          <a:xfrm>
            <a:off x="4303776" y="3104389"/>
            <a:ext cx="2267712" cy="154533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Persist</a:t>
            </a:r>
            <a:r>
              <a:rPr lang="fr-FR" dirty="0"/>
              <a:t> Data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Database</a:t>
            </a:r>
            <a:endParaRPr lang="fr-NE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4F312439-CFA1-7BEB-AA5B-E04C716C3233}"/>
              </a:ext>
            </a:extLst>
          </p:cNvPr>
          <p:cNvCxnSpPr>
            <a:stCxn id="7" idx="3"/>
          </p:cNvCxnSpPr>
          <p:nvPr/>
        </p:nvCxnSpPr>
        <p:spPr>
          <a:xfrm>
            <a:off x="1581912" y="4251016"/>
            <a:ext cx="2596896" cy="15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Ellipse 14">
            <a:extLst>
              <a:ext uri="{FF2B5EF4-FFF2-40B4-BE49-F238E27FC236}">
                <a16:creationId xmlns:a16="http://schemas.microsoft.com/office/drawing/2014/main" id="{7AA53F83-D0EA-C34E-508C-50E6E845A5CA}"/>
              </a:ext>
            </a:extLst>
          </p:cNvPr>
          <p:cNvSpPr/>
          <p:nvPr/>
        </p:nvSpPr>
        <p:spPr>
          <a:xfrm>
            <a:off x="4303776" y="4947539"/>
            <a:ext cx="2267712" cy="154533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Query Data </a:t>
            </a:r>
            <a:r>
              <a:rPr lang="fr-FR" dirty="0" err="1"/>
              <a:t>filtering</a:t>
            </a:r>
            <a:r>
              <a:rPr lang="fr-FR" dirty="0"/>
              <a:t> and </a:t>
            </a:r>
            <a:r>
              <a:rPr lang="fr-FR" dirty="0" err="1"/>
              <a:t>Visualize</a:t>
            </a:r>
            <a:r>
              <a:rPr lang="fr-FR" dirty="0"/>
              <a:t> </a:t>
            </a:r>
            <a:r>
              <a:rPr lang="fr-FR" dirty="0" err="1"/>
              <a:t>analysis</a:t>
            </a:r>
            <a:endParaRPr lang="fr-NE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DC18CB-98F4-6550-F22C-3BB2BAA2349A}"/>
              </a:ext>
            </a:extLst>
          </p:cNvPr>
          <p:cNvSpPr/>
          <p:nvPr/>
        </p:nvSpPr>
        <p:spPr>
          <a:xfrm>
            <a:off x="847344" y="4733471"/>
            <a:ext cx="757968" cy="2553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Users</a:t>
            </a:r>
            <a:endParaRPr lang="fr-NE" dirty="0"/>
          </a:p>
        </p:txBody>
      </p:sp>
    </p:spTree>
    <p:extLst>
      <p:ext uri="{BB962C8B-B14F-4D97-AF65-F5344CB8AC3E}">
        <p14:creationId xmlns:p14="http://schemas.microsoft.com/office/powerpoint/2010/main" val="2861982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AA3553-D35D-BED7-8292-9E776540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N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1FAFD8-CE8E-7AC7-EE2A-0C37AA915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NE" dirty="0"/>
          </a:p>
        </p:txBody>
      </p:sp>
      <p:sp>
        <p:nvSpPr>
          <p:cNvPr id="4" name="Rectangle : carré corné 3">
            <a:extLst>
              <a:ext uri="{FF2B5EF4-FFF2-40B4-BE49-F238E27FC236}">
                <a16:creationId xmlns:a16="http://schemas.microsoft.com/office/drawing/2014/main" id="{08EDC759-0023-B149-FF01-88CEAEF7FC2E}"/>
              </a:ext>
            </a:extLst>
          </p:cNvPr>
          <p:cNvSpPr/>
          <p:nvPr/>
        </p:nvSpPr>
        <p:spPr>
          <a:xfrm>
            <a:off x="1216152" y="2359152"/>
            <a:ext cx="1783080" cy="2148840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Datasources</a:t>
            </a:r>
            <a:endParaRPr lang="fr-FR" dirty="0"/>
          </a:p>
          <a:p>
            <a:pPr algn="ctr"/>
            <a:r>
              <a:rPr lang="fr-FR" dirty="0"/>
              <a:t>Files</a:t>
            </a:r>
            <a:endParaRPr lang="fr-NE" dirty="0"/>
          </a:p>
        </p:txBody>
      </p:sp>
      <p:sp>
        <p:nvSpPr>
          <p:cNvPr id="6" name="Rectangle : carré corné 5">
            <a:extLst>
              <a:ext uri="{FF2B5EF4-FFF2-40B4-BE49-F238E27FC236}">
                <a16:creationId xmlns:a16="http://schemas.microsoft.com/office/drawing/2014/main" id="{93CA69BB-4BFC-1A46-1A69-21103CD3A391}"/>
              </a:ext>
            </a:extLst>
          </p:cNvPr>
          <p:cNvSpPr/>
          <p:nvPr/>
        </p:nvSpPr>
        <p:spPr>
          <a:xfrm>
            <a:off x="1594104" y="2663952"/>
            <a:ext cx="1783080" cy="2148840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Datasources</a:t>
            </a:r>
            <a:endParaRPr lang="fr-FR" dirty="0"/>
          </a:p>
          <a:p>
            <a:pPr algn="ctr"/>
            <a:r>
              <a:rPr lang="fr-FR" dirty="0"/>
              <a:t>Files</a:t>
            </a:r>
            <a:endParaRPr lang="fr-NE" dirty="0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A22302EE-F2C4-184F-CB57-E3B33DA949CE}"/>
              </a:ext>
            </a:extLst>
          </p:cNvPr>
          <p:cNvSpPr/>
          <p:nvPr/>
        </p:nvSpPr>
        <p:spPr>
          <a:xfrm rot="20542956">
            <a:off x="3472076" y="3018567"/>
            <a:ext cx="3218688" cy="12696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NE"/>
          </a:p>
        </p:txBody>
      </p:sp>
      <p:sp>
        <p:nvSpPr>
          <p:cNvPr id="10" name="Étoile : 10 branches 9">
            <a:extLst>
              <a:ext uri="{FF2B5EF4-FFF2-40B4-BE49-F238E27FC236}">
                <a16:creationId xmlns:a16="http://schemas.microsoft.com/office/drawing/2014/main" id="{460B6353-2A83-7A97-198A-A66CD1528ABC}"/>
              </a:ext>
            </a:extLst>
          </p:cNvPr>
          <p:cNvSpPr/>
          <p:nvPr/>
        </p:nvSpPr>
        <p:spPr>
          <a:xfrm>
            <a:off x="6918460" y="1907286"/>
            <a:ext cx="1386840" cy="1293876"/>
          </a:xfrm>
          <a:prstGeom prst="star10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Data </a:t>
            </a:r>
            <a:r>
              <a:rPr lang="fr-FR" dirty="0" err="1"/>
              <a:t>Cleaning</a:t>
            </a:r>
            <a:endParaRPr lang="fr-NE" dirty="0"/>
          </a:p>
        </p:txBody>
      </p:sp>
      <p:sp>
        <p:nvSpPr>
          <p:cNvPr id="22" name="Flèche : bas 21">
            <a:extLst>
              <a:ext uri="{FF2B5EF4-FFF2-40B4-BE49-F238E27FC236}">
                <a16:creationId xmlns:a16="http://schemas.microsoft.com/office/drawing/2014/main" id="{85152B17-584C-7BFF-D64E-C26C16F89EDF}"/>
              </a:ext>
            </a:extLst>
          </p:cNvPr>
          <p:cNvSpPr/>
          <p:nvPr/>
        </p:nvSpPr>
        <p:spPr>
          <a:xfrm rot="17536749">
            <a:off x="9192722" y="1768214"/>
            <a:ext cx="193840" cy="16816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NE"/>
          </a:p>
        </p:txBody>
      </p:sp>
      <p:sp>
        <p:nvSpPr>
          <p:cNvPr id="24" name="Rectangle : carré corné 23">
            <a:extLst>
              <a:ext uri="{FF2B5EF4-FFF2-40B4-BE49-F238E27FC236}">
                <a16:creationId xmlns:a16="http://schemas.microsoft.com/office/drawing/2014/main" id="{20B82171-39A1-4F7C-7B16-5D3C71975D98}"/>
              </a:ext>
            </a:extLst>
          </p:cNvPr>
          <p:cNvSpPr/>
          <p:nvPr/>
        </p:nvSpPr>
        <p:spPr>
          <a:xfrm>
            <a:off x="8834966" y="3017520"/>
            <a:ext cx="1783080" cy="2148840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Data clean</a:t>
            </a:r>
          </a:p>
        </p:txBody>
      </p:sp>
      <p:sp>
        <p:nvSpPr>
          <p:cNvPr id="26" name="Rectangle : carré corné 25">
            <a:extLst>
              <a:ext uri="{FF2B5EF4-FFF2-40B4-BE49-F238E27FC236}">
                <a16:creationId xmlns:a16="http://schemas.microsoft.com/office/drawing/2014/main" id="{0E1F3BAB-E098-C811-814F-1ADFEB1E0700}"/>
              </a:ext>
            </a:extLst>
          </p:cNvPr>
          <p:cNvSpPr/>
          <p:nvPr/>
        </p:nvSpPr>
        <p:spPr>
          <a:xfrm>
            <a:off x="9096849" y="3270794"/>
            <a:ext cx="1783080" cy="2148840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Data clean</a:t>
            </a:r>
          </a:p>
        </p:txBody>
      </p:sp>
    </p:spTree>
    <p:extLst>
      <p:ext uri="{BB962C8B-B14F-4D97-AF65-F5344CB8AC3E}">
        <p14:creationId xmlns:p14="http://schemas.microsoft.com/office/powerpoint/2010/main" val="385633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7DE45F-4B0D-919F-3750-01FB9CCDC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834421-B0A4-5DDC-941F-BD6CB070A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NE" dirty="0"/>
          </a:p>
        </p:txBody>
      </p:sp>
      <p:sp>
        <p:nvSpPr>
          <p:cNvPr id="4" name="Cylindre 3">
            <a:extLst>
              <a:ext uri="{FF2B5EF4-FFF2-40B4-BE49-F238E27FC236}">
                <a16:creationId xmlns:a16="http://schemas.microsoft.com/office/drawing/2014/main" id="{FD46405B-6C0C-F356-910B-60FAAAC269BF}"/>
              </a:ext>
            </a:extLst>
          </p:cNvPr>
          <p:cNvSpPr/>
          <p:nvPr/>
        </p:nvSpPr>
        <p:spPr>
          <a:xfrm>
            <a:off x="6859524" y="2167128"/>
            <a:ext cx="1929384" cy="2139696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Database</a:t>
            </a:r>
            <a:endParaRPr lang="fr-NE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A24BF91-5522-0480-4F3B-EB1C85CDC232}"/>
              </a:ext>
            </a:extLst>
          </p:cNvPr>
          <p:cNvSpPr/>
          <p:nvPr/>
        </p:nvSpPr>
        <p:spPr>
          <a:xfrm>
            <a:off x="982980" y="2157032"/>
            <a:ext cx="1929384" cy="145389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/>
              <a:t>Create a database</a:t>
            </a:r>
            <a:endParaRPr lang="fr-FR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C426BE0-8FB2-9F4A-B1A2-CEB37FBCB1D6}"/>
              </a:ext>
            </a:extLst>
          </p:cNvPr>
          <p:cNvSpPr/>
          <p:nvPr/>
        </p:nvSpPr>
        <p:spPr>
          <a:xfrm>
            <a:off x="1078992" y="4001294"/>
            <a:ext cx="2020824" cy="145389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Create</a:t>
            </a:r>
            <a:r>
              <a:rPr lang="fr-FR" dirty="0"/>
              <a:t> table data structures</a:t>
            </a:r>
            <a:endParaRPr lang="fr-NE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4E60669-AE95-A61D-C319-93D96A73948A}"/>
              </a:ext>
            </a:extLst>
          </p:cNvPr>
          <p:cNvCxnSpPr/>
          <p:nvPr/>
        </p:nvCxnSpPr>
        <p:spPr>
          <a:xfrm>
            <a:off x="3090672" y="2883980"/>
            <a:ext cx="3511296" cy="142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8325EBF6-1C55-683D-1D90-D41DF2367F13}"/>
              </a:ext>
            </a:extLst>
          </p:cNvPr>
          <p:cNvCxnSpPr/>
          <p:nvPr/>
        </p:nvCxnSpPr>
        <p:spPr>
          <a:xfrm flipV="1">
            <a:off x="3273552" y="3703320"/>
            <a:ext cx="3520440" cy="1152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53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5E30EA-C19B-E454-F87F-4FB48856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7D9921B-1466-19A6-4924-7B8BDA57898A}"/>
              </a:ext>
            </a:extLst>
          </p:cNvPr>
          <p:cNvSpPr/>
          <p:nvPr/>
        </p:nvSpPr>
        <p:spPr>
          <a:xfrm>
            <a:off x="1280160" y="1828800"/>
            <a:ext cx="2176272" cy="138988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Data Classification by </a:t>
            </a:r>
            <a:r>
              <a:rPr lang="fr-FR" dirty="0" err="1"/>
              <a:t>categoy</a:t>
            </a:r>
            <a:endParaRPr lang="fr-NE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A6F01E2-B709-A369-1E37-C98948E6DC61}"/>
              </a:ext>
            </a:extLst>
          </p:cNvPr>
          <p:cNvSpPr/>
          <p:nvPr/>
        </p:nvSpPr>
        <p:spPr>
          <a:xfrm>
            <a:off x="1280160" y="4066032"/>
            <a:ext cx="2176272" cy="138988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Data Ingestion</a:t>
            </a:r>
          </a:p>
          <a:p>
            <a:pPr algn="ctr"/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Database</a:t>
            </a:r>
            <a:endParaRPr lang="fr-N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D96C5C8-6596-D8FA-566B-69A9CEEC9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5570" y="2962655"/>
            <a:ext cx="1944624" cy="2007299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Database</a:t>
            </a:r>
            <a:endParaRPr lang="fr-NE" dirty="0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2B24031-58C1-86CD-FA42-6925C2EB4A94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2368296" y="3218688"/>
            <a:ext cx="0" cy="847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39CEFDB5-C583-2106-8E32-F86B25B052A1}"/>
              </a:ext>
            </a:extLst>
          </p:cNvPr>
          <p:cNvCxnSpPr>
            <a:cxnSpLocks/>
          </p:cNvCxnSpPr>
          <p:nvPr/>
        </p:nvCxnSpPr>
        <p:spPr>
          <a:xfrm flipV="1">
            <a:off x="3547872" y="4498848"/>
            <a:ext cx="5187698" cy="26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165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E50B22-1CD6-1B1F-B86C-8FD24651E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656C3B-6443-D7EE-C668-DB41E6F4D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NE" dirty="0"/>
          </a:p>
        </p:txBody>
      </p:sp>
      <p:sp>
        <p:nvSpPr>
          <p:cNvPr id="4" name="Espace réservé du contenu 7">
            <a:extLst>
              <a:ext uri="{FF2B5EF4-FFF2-40B4-BE49-F238E27FC236}">
                <a16:creationId xmlns:a16="http://schemas.microsoft.com/office/drawing/2014/main" id="{DD35A89A-57BB-289C-46C6-6B6DE4F301C1}"/>
              </a:ext>
            </a:extLst>
          </p:cNvPr>
          <p:cNvSpPr txBox="1">
            <a:spLocks/>
          </p:cNvSpPr>
          <p:nvPr/>
        </p:nvSpPr>
        <p:spPr>
          <a:xfrm>
            <a:off x="1155194" y="1901951"/>
            <a:ext cx="1944624" cy="2007299"/>
          </a:xfrm>
          <a:prstGeom prst="can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/>
              <a:t>Database</a:t>
            </a:r>
            <a:endParaRPr lang="fr-NE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A486C28B-26F6-DD1D-1BCA-9EF29415822B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3099818" y="2596896"/>
            <a:ext cx="2712465" cy="164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Nuage 7">
            <a:extLst>
              <a:ext uri="{FF2B5EF4-FFF2-40B4-BE49-F238E27FC236}">
                <a16:creationId xmlns:a16="http://schemas.microsoft.com/office/drawing/2014/main" id="{BD9466C7-30E5-AC43-7E55-C876B915B65F}"/>
              </a:ext>
            </a:extLst>
          </p:cNvPr>
          <p:cNvSpPr/>
          <p:nvPr/>
        </p:nvSpPr>
        <p:spPr>
          <a:xfrm>
            <a:off x="5806440" y="1964071"/>
            <a:ext cx="1883664" cy="1594834"/>
          </a:xfrm>
          <a:prstGeom prst="cloud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Data Query </a:t>
            </a:r>
            <a:r>
              <a:rPr lang="fr-FR" dirty="0" err="1"/>
              <a:t>filtering</a:t>
            </a:r>
            <a:r>
              <a:rPr lang="fr-FR" dirty="0"/>
              <a:t>  via API</a:t>
            </a:r>
            <a:endParaRPr lang="fr-NE" dirty="0"/>
          </a:p>
          <a:p>
            <a:pPr algn="ctr"/>
            <a:endParaRPr lang="fr-NE" dirty="0"/>
          </a:p>
        </p:txBody>
      </p:sp>
      <p:sp>
        <p:nvSpPr>
          <p:cNvPr id="10" name="Parchemin : vertical 9">
            <a:extLst>
              <a:ext uri="{FF2B5EF4-FFF2-40B4-BE49-F238E27FC236}">
                <a16:creationId xmlns:a16="http://schemas.microsoft.com/office/drawing/2014/main" id="{2B49FE88-7605-B06F-D850-25A50C4B7039}"/>
              </a:ext>
            </a:extLst>
          </p:cNvPr>
          <p:cNvSpPr/>
          <p:nvPr/>
        </p:nvSpPr>
        <p:spPr>
          <a:xfrm>
            <a:off x="8942832" y="3749040"/>
            <a:ext cx="2194560" cy="2112264"/>
          </a:xfrm>
          <a:prstGeom prst="verticalScroll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Report, Chart, </a:t>
            </a:r>
            <a:r>
              <a:rPr lang="fr-FR" dirty="0" err="1"/>
              <a:t>Map</a:t>
            </a:r>
            <a:r>
              <a:rPr lang="fr-FR" dirty="0"/>
              <a:t>, Data </a:t>
            </a:r>
            <a:r>
              <a:rPr lang="fr-FR" dirty="0" err="1"/>
              <a:t>Visualization</a:t>
            </a:r>
            <a:endParaRPr lang="fr-NE" dirty="0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33CB52D5-1434-427F-42BF-50D72DBE52A7}"/>
              </a:ext>
            </a:extLst>
          </p:cNvPr>
          <p:cNvCxnSpPr/>
          <p:nvPr/>
        </p:nvCxnSpPr>
        <p:spPr>
          <a:xfrm>
            <a:off x="7607808" y="3008376"/>
            <a:ext cx="1517904" cy="1225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1693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67</Words>
  <Application>Microsoft Office PowerPoint</Application>
  <PresentationFormat>Grand écran</PresentationFormat>
  <Paragraphs>26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Consolidating Expenditure health Information </vt:lpstr>
      <vt:lpstr>SI Architecture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Narcisse Quenum</dc:creator>
  <cp:lastModifiedBy>Narcisse Quenum</cp:lastModifiedBy>
  <cp:revision>6</cp:revision>
  <dcterms:created xsi:type="dcterms:W3CDTF">2026-09-20T15:45:50Z</dcterms:created>
  <dcterms:modified xsi:type="dcterms:W3CDTF">2026-09-20T16:50:24Z</dcterms:modified>
</cp:coreProperties>
</file>